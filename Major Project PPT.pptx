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16" r:id="rId1"/>
    <p:sldMasterId id="2147483828" r:id="rId2"/>
    <p:sldMasterId id="2147483840" r:id="rId3"/>
    <p:sldMasterId id="2147483852" r:id="rId4"/>
    <p:sldMasterId id="2147483864" r:id="rId5"/>
    <p:sldMasterId id="2147483876" r:id="rId6"/>
    <p:sldMasterId id="2147483888" r:id="rId7"/>
    <p:sldMasterId id="2147483900" r:id="rId8"/>
    <p:sldMasterId id="2147483912" r:id="rId9"/>
    <p:sldMasterId id="2147483924" r:id="rId10"/>
    <p:sldMasterId id="2147483936" r:id="rId11"/>
    <p:sldMasterId id="2147483948" r:id="rId12"/>
    <p:sldMasterId id="2147483960" r:id="rId13"/>
    <p:sldMasterId id="2147483972" r:id="rId14"/>
    <p:sldMasterId id="2147484198" r:id="rId15"/>
  </p:sldMasterIdLst>
  <p:notesMasterIdLst>
    <p:notesMasterId r:id="rId46"/>
  </p:notesMasterIdLst>
  <p:handoutMasterIdLst>
    <p:handoutMasterId r:id="rId47"/>
  </p:handoutMasterIdLst>
  <p:sldIdLst>
    <p:sldId id="384" r:id="rId16"/>
    <p:sldId id="385" r:id="rId17"/>
    <p:sldId id="386" r:id="rId18"/>
    <p:sldId id="387" r:id="rId19"/>
    <p:sldId id="396" r:id="rId20"/>
    <p:sldId id="388" r:id="rId21"/>
    <p:sldId id="389" r:id="rId22"/>
    <p:sldId id="390" r:id="rId23"/>
    <p:sldId id="391" r:id="rId24"/>
    <p:sldId id="398" r:id="rId25"/>
    <p:sldId id="405" r:id="rId26"/>
    <p:sldId id="406" r:id="rId27"/>
    <p:sldId id="407" r:id="rId28"/>
    <p:sldId id="408" r:id="rId29"/>
    <p:sldId id="409" r:id="rId30"/>
    <p:sldId id="410" r:id="rId31"/>
    <p:sldId id="392" r:id="rId32"/>
    <p:sldId id="403" r:id="rId33"/>
    <p:sldId id="414" r:id="rId34"/>
    <p:sldId id="402" r:id="rId35"/>
    <p:sldId id="404" r:id="rId36"/>
    <p:sldId id="411" r:id="rId37"/>
    <p:sldId id="412" r:id="rId38"/>
    <p:sldId id="413" r:id="rId39"/>
    <p:sldId id="415" r:id="rId40"/>
    <p:sldId id="416" r:id="rId41"/>
    <p:sldId id="393" r:id="rId42"/>
    <p:sldId id="394" r:id="rId43"/>
    <p:sldId id="395" r:id="rId44"/>
    <p:sldId id="397" r:id="rId45"/>
  </p:sldIdLst>
  <p:sldSz cx="13004800" cy="9753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1pPr>
    <a:lvl2pPr marL="4572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2pPr>
    <a:lvl3pPr marL="9144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FF4"/>
    <a:srgbClr val="9ABAE3"/>
    <a:srgbClr val="4AAEB6"/>
    <a:srgbClr val="B51753"/>
    <a:srgbClr val="43A0A7"/>
    <a:srgbClr val="3B8B91"/>
    <a:srgbClr val="357D83"/>
    <a:srgbClr val="3399FF"/>
    <a:srgbClr val="0000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1" autoAdjust="0"/>
    <p:restoredTop sz="94444" autoAdjust="0"/>
  </p:normalViewPr>
  <p:slideViewPr>
    <p:cSldViewPr>
      <p:cViewPr varScale="1">
        <p:scale>
          <a:sx n="73" d="100"/>
          <a:sy n="73" d="100"/>
        </p:scale>
        <p:origin x="1470" y="60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8125F27-7924-4326-A585-67C5CA7233D1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7A100DB-4E74-4FB2-8ABD-7092DA3AF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18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fld id="{A5EF5327-60B6-4513-A97C-1D151EB3EB98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eaLnBrk="1" hangingPunct="1">
              <a:defRPr sz="1300"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1D0F6E7-57E6-4F82-B6DB-0B78967D4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35173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0F6E7-57E6-4F82-B6DB-0B78967D4FA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22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Engineering &amp;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D0F6E7-57E6-4F82-B6DB-0B78967D4FA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196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5029200"/>
            <a:ext cx="5156200" cy="113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1638300"/>
            <a:ext cx="2616200" cy="452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1638300"/>
            <a:ext cx="7696200" cy="452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3216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321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1270000"/>
            <a:ext cx="5156200" cy="721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390525"/>
            <a:ext cx="2925762" cy="80930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390525"/>
            <a:ext cx="8624888" cy="8093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7913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791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0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900" y="4787900"/>
            <a:ext cx="2857500" cy="330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35550" y="1409700"/>
            <a:ext cx="146685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5000" y="1409700"/>
            <a:ext cx="4248150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54000"/>
            <a:ext cx="2925762" cy="845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54000"/>
            <a:ext cx="8624888" cy="845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0875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276475"/>
            <a:ext cx="5775325" cy="6435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11703050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28163" y="2276475"/>
            <a:ext cx="2925762" cy="643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0875" y="2276475"/>
            <a:ext cx="8624888" cy="6435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24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29800" y="2768600"/>
            <a:ext cx="19050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150" y="2768600"/>
            <a:ext cx="244475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>
                <a:sym typeface="Gill Sans" charset="0"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310483" y="2010741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646238" y="1912938"/>
            <a:ext cx="90487" cy="904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2037419" y="511855"/>
            <a:ext cx="10533888" cy="209377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2037419" y="2631202"/>
            <a:ext cx="10533888" cy="2492587"/>
          </a:xfrm>
        </p:spPr>
        <p:txBody>
          <a:bodyPr tIns="0"/>
          <a:lstStyle>
            <a:lvl1pPr marL="39014" indent="0" algn="l">
              <a:buNone/>
              <a:defRPr sz="37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650230" indent="0" algn="ctr">
              <a:buNone/>
            </a:lvl2pPr>
            <a:lvl3pPr marL="1300460" indent="0" algn="ctr">
              <a:buNone/>
            </a:lvl3pPr>
            <a:lvl4pPr marL="1950690" indent="0" algn="ctr">
              <a:buNone/>
            </a:lvl4pPr>
            <a:lvl5pPr marL="2600919" indent="0" algn="ctr">
              <a:buNone/>
            </a:lvl5pPr>
            <a:lvl6pPr marL="3251149" indent="0" algn="ctr">
              <a:buNone/>
            </a:lvl6pPr>
            <a:lvl7pPr marL="3901379" indent="0" algn="ctr">
              <a:buNone/>
            </a:lvl7pPr>
            <a:lvl8pPr marL="4551609" indent="0" algn="ctr">
              <a:buNone/>
            </a:lvl8pPr>
            <a:lvl9pPr marL="5201839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3BDEB5-21BE-4196-AA11-9092C303413C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764944-C5B7-48D6-B1ED-F475B7EAA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64042A7-7EE0-4F71-BA51-7A1EB736E935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E2A515E-3E39-4365-9B98-DF96612078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6438" y="0"/>
            <a:ext cx="975360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3251200" y="0"/>
            <a:ext cx="107950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89523" y="4003067"/>
            <a:ext cx="299110" cy="299110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424238" y="3905250"/>
            <a:ext cx="92075" cy="9048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046" y="3698240"/>
            <a:ext cx="9103360" cy="3251200"/>
          </a:xfrm>
        </p:spPr>
        <p:txBody>
          <a:bodyPr anchor="t"/>
          <a:lstStyle>
            <a:lvl1pPr algn="l">
              <a:lnSpc>
                <a:spcPts val="6400"/>
              </a:lnSpc>
              <a:buNone/>
              <a:defRPr sz="57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7046" y="1517227"/>
            <a:ext cx="9103360" cy="2147146"/>
          </a:xfrm>
        </p:spPr>
        <p:txBody>
          <a:bodyPr anchor="b"/>
          <a:lstStyle>
            <a:lvl1pPr marL="26009" indent="0">
              <a:lnSpc>
                <a:spcPts val="3271"/>
              </a:lnSpc>
              <a:spcBef>
                <a:spcPts val="0"/>
              </a:spcBef>
              <a:buNone/>
              <a:defRPr sz="28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47BE73-9272-4E7D-BD0B-5B5123F9D54D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9B05125-ACAC-42EB-9BF3-18B31522F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41754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3770" y="2167467"/>
            <a:ext cx="5201920" cy="6632448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800"/>
            </a:lvl3pPr>
            <a:lvl4pPr>
              <a:defRPr sz="2600"/>
            </a:lvl4pPr>
            <a:lvl5pPr>
              <a:defRPr sz="2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7B8BA07-7811-470C-A03E-FF3137DA5A6E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6FD9E8-0C80-4830-885A-F2D3695FD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7339145"/>
            <a:ext cx="11704320" cy="1625600"/>
          </a:xfrm>
        </p:spPr>
        <p:txBody>
          <a:bodyPr/>
          <a:lstStyle>
            <a:lvl1pPr algn="ctr">
              <a:defRPr sz="64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240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32448" y="466884"/>
            <a:ext cx="5722112" cy="910336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91032" indent="0" algn="l">
              <a:lnSpc>
                <a:spcPct val="100000"/>
              </a:lnSpc>
              <a:spcBef>
                <a:spcPts val="142"/>
              </a:spcBef>
              <a:buNone/>
              <a:defRPr sz="2700" b="0">
                <a:solidFill>
                  <a:schemeClr val="tx1"/>
                </a:solidFill>
              </a:defRPr>
            </a:lvl1pPr>
            <a:lvl2pPr>
              <a:buNone/>
              <a:defRPr sz="28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50240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2448" y="1378611"/>
            <a:ext cx="5722112" cy="585216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559198" indent="-390138">
              <a:lnSpc>
                <a:spcPct val="100000"/>
              </a:lnSpc>
              <a:spcBef>
                <a:spcPts val="996"/>
              </a:spcBef>
              <a:defRPr sz="3400"/>
            </a:lvl1pPr>
            <a:lvl2pPr>
              <a:lnSpc>
                <a:spcPct val="100000"/>
              </a:lnSpc>
              <a:spcBef>
                <a:spcPts val="996"/>
              </a:spcBef>
              <a:defRPr sz="2800"/>
            </a:lvl2pPr>
            <a:lvl3pPr>
              <a:lnSpc>
                <a:spcPct val="100000"/>
              </a:lnSpc>
              <a:spcBef>
                <a:spcPts val="996"/>
              </a:spcBef>
              <a:defRPr sz="2600"/>
            </a:lvl3pPr>
            <a:lvl4pPr>
              <a:lnSpc>
                <a:spcPct val="100000"/>
              </a:lnSpc>
              <a:spcBef>
                <a:spcPts val="996"/>
              </a:spcBef>
              <a:defRPr sz="2300"/>
            </a:lvl4pPr>
            <a:lvl5pPr>
              <a:lnSpc>
                <a:spcPct val="100000"/>
              </a:lnSpc>
              <a:spcBef>
                <a:spcPts val="996"/>
              </a:spcBef>
              <a:defRPr sz="2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FD344DF-F2D8-47D3-A1A2-F2BA0FADDC8A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F8F286-D16D-4C14-B8C1-AEB3377F72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754" y="390144"/>
            <a:ext cx="10663936" cy="1625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89FE42-4D97-47DA-9957-FC4B88B7382D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5A1C867-080A-4421-B3AD-97329B9D2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3038" y="0"/>
            <a:ext cx="11561762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BE39010-9E70-434F-A0A0-C5EA2E7FE0D2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55CA93D-A4F4-438E-AA12-7363D9CB7A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240" y="308307"/>
            <a:ext cx="5418667" cy="1652693"/>
          </a:xfrm>
          <a:ln>
            <a:noFill/>
          </a:ln>
        </p:spPr>
        <p:txBody>
          <a:bodyPr anchor="b"/>
          <a:lstStyle>
            <a:lvl1pPr algn="l">
              <a:lnSpc>
                <a:spcPts val="2844"/>
              </a:lnSpc>
              <a:buNone/>
              <a:defRPr sz="31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50240" y="2001016"/>
            <a:ext cx="5418667" cy="993422"/>
          </a:xfrm>
        </p:spPr>
        <p:txBody>
          <a:bodyPr/>
          <a:lstStyle>
            <a:lvl1pPr marL="65023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0240" y="3034454"/>
            <a:ext cx="11595947" cy="5678312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3528399-7386-45A7-8834-486F4B94D802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526C98-457C-495A-885B-B51F77EFA8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3733" y="1517227"/>
            <a:ext cx="6502400" cy="65024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130046" tIns="390138" rIns="130046" bIns="65023">
            <a:normAutofit/>
          </a:bodyPr>
          <a:lstStyle/>
          <a:p>
            <a:pPr indent="-403143" eaLnBrk="1" hangingPunct="1">
              <a:lnSpc>
                <a:spcPts val="4267"/>
              </a:lnSpc>
              <a:spcBef>
                <a:spcPts val="853"/>
              </a:spcBef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4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lowchart: Process 5"/>
          <p:cNvSpPr/>
          <p:nvPr/>
        </p:nvSpPr>
        <p:spPr>
          <a:xfrm rot="19468671">
            <a:off x="563563" y="1357313"/>
            <a:ext cx="976312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lowchart: Process 6"/>
          <p:cNvSpPr/>
          <p:nvPr/>
        </p:nvSpPr>
        <p:spPr>
          <a:xfrm rot="2103354" flipH="1">
            <a:off x="7116763" y="1331913"/>
            <a:ext cx="922337" cy="290512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2474" y="1517227"/>
            <a:ext cx="3901440" cy="2817707"/>
          </a:xfrm>
        </p:spPr>
        <p:txBody>
          <a:bodyPr anchor="b">
            <a:noAutofit/>
          </a:bodyPr>
          <a:lstStyle>
            <a:lvl1pPr algn="l">
              <a:buNone/>
              <a:defRPr sz="30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2107" y="1625605"/>
            <a:ext cx="6285653" cy="4998444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390138">
            <a:normAutofit/>
          </a:bodyPr>
          <a:lstStyle>
            <a:lvl1pPr marL="0" indent="0" algn="l" eaLnBrk="1" latinLnBrk="0" hangingPunct="1">
              <a:buNone/>
              <a:defRPr sz="46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2107" y="6827520"/>
            <a:ext cx="6285653" cy="1083733"/>
          </a:xfrm>
        </p:spPr>
        <p:txBody>
          <a:bodyPr anchor="ctr"/>
          <a:lstStyle>
            <a:lvl1pPr marL="0" indent="0" algn="l">
              <a:lnSpc>
                <a:spcPts val="2276"/>
              </a:lnSpc>
              <a:spcBef>
                <a:spcPts val="0"/>
              </a:spcBef>
              <a:buNone/>
              <a:defRPr sz="2000">
                <a:solidFill>
                  <a:srgbClr val="777777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C5DB0DE-08A5-43FF-9FCD-FB364DA9D449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D714D2-3A5C-4C10-82C3-6BCA2647EE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395A56A-3571-4FE4-B376-55F94E1FCB76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2C08728-4636-4AE1-87CF-7D261829F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3600" y="390598"/>
            <a:ext cx="2600960" cy="8322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90600"/>
            <a:ext cx="7911253" cy="8322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0AA1504-0073-45D4-9420-14AEEB73A9D9}" type="datetimeFigureOut">
              <a:rPr lang="en-US"/>
              <a:pPr>
                <a:defRPr/>
              </a:pPr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580F4B8-5C48-49EB-A75F-18DE72FA2C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5029200"/>
            <a:ext cx="10464800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1638300"/>
            <a:ext cx="104648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  <p:sldLayoutId id="2147484236" r:id="rId5"/>
    <p:sldLayoutId id="2147484237" r:id="rId6"/>
    <p:sldLayoutId id="2147484238" r:id="rId7"/>
    <p:sldLayoutId id="2147484239" r:id="rId8"/>
    <p:sldLayoutId id="2147484240" r:id="rId9"/>
    <p:sldLayoutId id="2147484241" r:id="rId10"/>
    <p:sldLayoutId id="214748424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1270000"/>
            <a:ext cx="10464800" cy="721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38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82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27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1717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16200" indent="-571500" algn="l" rtl="0" eaLnBrk="0" fontAlgn="base" hangingPunct="0">
        <a:spcBef>
          <a:spcPts val="48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0734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306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878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45000" indent="-571500" algn="l" rtl="0" eaLnBrk="1" fontAlgn="base" hangingPunct="1">
        <a:spcBef>
          <a:spcPts val="48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7366000"/>
            <a:ext cx="10464800" cy="1701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6" r:id="rId1"/>
    <p:sldLayoutId id="2147484277" r:id="rId2"/>
    <p:sldLayoutId id="2147484278" r:id="rId3"/>
    <p:sldLayoutId id="2147484279" r:id="rId4"/>
    <p:sldLayoutId id="2147484280" r:id="rId5"/>
    <p:sldLayoutId id="2147484281" r:id="rId6"/>
    <p:sldLayoutId id="2147484282" r:id="rId7"/>
    <p:sldLayoutId id="2147484283" r:id="rId8"/>
    <p:sldLayoutId id="2147484284" r:id="rId9"/>
    <p:sldLayoutId id="2147484285" r:id="rId10"/>
    <p:sldLayoutId id="2147484286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0" y="47879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1409700"/>
            <a:ext cx="5867400" cy="330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8" r:id="rId1"/>
    <p:sldLayoutId id="2147484299" r:id="rId2"/>
    <p:sldLayoutId id="2147484300" r:id="rId3"/>
    <p:sldLayoutId id="2147484301" r:id="rId4"/>
    <p:sldLayoutId id="2147484302" r:id="rId5"/>
    <p:sldLayoutId id="2147484303" r:id="rId6"/>
    <p:sldLayoutId id="2147484304" r:id="rId7"/>
    <p:sldLayoutId id="2147484305" r:id="rId8"/>
    <p:sldLayoutId id="2147484306" r:id="rId9"/>
    <p:sldLayoutId id="2147484307" r:id="rId10"/>
    <p:sldLayoutId id="2147484308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4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889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333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778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2225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667000" indent="-571500" algn="l" rtl="0" eaLnBrk="0" fontAlgn="base" hangingPunct="0">
        <a:spcBef>
          <a:spcPts val="2400"/>
        </a:spcBef>
        <a:spcAft>
          <a:spcPct val="0"/>
        </a:spcAft>
        <a:buSzPct val="171000"/>
        <a:buFont typeface="Gill Sans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31242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5814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40386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495800" indent="-571500" algn="l" rtl="0" eaLnBrk="1" fontAlgn="base" hangingPunct="1">
        <a:spcBef>
          <a:spcPts val="2400"/>
        </a:spcBef>
        <a:spcAft>
          <a:spcPct val="0"/>
        </a:spcAft>
        <a:buSzPct val="171000"/>
        <a:buFont typeface="Gill Sans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971800"/>
            <a:ext cx="10464800" cy="381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  <p:sldLayoutId id="2147484327" r:id="rId8"/>
    <p:sldLayoutId id="2147484328" r:id="rId9"/>
    <p:sldLayoutId id="2147484329" r:id="rId10"/>
    <p:sldLayoutId id="2147484330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buChar char="–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buChar char="»"/>
        <a:defRPr sz="36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1" r:id="rId1"/>
    <p:sldLayoutId id="2147484332" r:id="rId2"/>
    <p:sldLayoutId id="2147484333" r:id="rId3"/>
    <p:sldLayoutId id="2147484334" r:id="rId4"/>
    <p:sldLayoutId id="2147484335" r:id="rId5"/>
    <p:sldLayoutId id="2147484336" r:id="rId6"/>
    <p:sldLayoutId id="2147484337" r:id="rId7"/>
    <p:sldLayoutId id="2147484338" r:id="rId8"/>
    <p:sldLayoutId id="2147484339" r:id="rId9"/>
    <p:sldLayoutId id="2147484340" r:id="rId10"/>
    <p:sldLayoutId id="2147484341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2" r:id="rId1"/>
    <p:sldLayoutId id="2147484343" r:id="rId2"/>
    <p:sldLayoutId id="2147484344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1" r:id="rId10"/>
    <p:sldLayoutId id="2147484352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2400" y="2768600"/>
            <a:ext cx="39624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title style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0000" y="2768600"/>
            <a:ext cx="5041900" cy="571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/>
              </a:rPr>
              <a:t>Click to edit Master text styles</a:t>
            </a:r>
          </a:p>
          <a:p>
            <a:pPr lvl="1"/>
            <a:r>
              <a:rPr lang="en-US" altLang="en-US">
                <a:sym typeface="Gill Sans"/>
              </a:rPr>
              <a:t>Second level</a:t>
            </a:r>
          </a:p>
          <a:p>
            <a:pPr lvl="2"/>
            <a:r>
              <a:rPr lang="en-US" altLang="en-US">
                <a:sym typeface="Gill Sans"/>
              </a:rPr>
              <a:t>Third level</a:t>
            </a:r>
          </a:p>
          <a:p>
            <a:pPr lvl="3"/>
            <a:r>
              <a:rPr lang="en-US" altLang="en-US">
                <a:sym typeface="Gill Sans"/>
              </a:rPr>
              <a:t>Fourth level</a:t>
            </a:r>
          </a:p>
          <a:p>
            <a:pPr lvl="4"/>
            <a:r>
              <a:rPr lang="en-US" altLang="en-US">
                <a:sym typeface="Gill Sans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4" r:id="rId1"/>
    <p:sldLayoutId id="2147484365" r:id="rId2"/>
    <p:sldLayoutId id="2147484366" r:id="rId3"/>
    <p:sldLayoutId id="2147484367" r:id="rId4"/>
    <p:sldLayoutId id="2147484368" r:id="rId5"/>
    <p:sldLayoutId id="2147484369" r:id="rId6"/>
    <p:sldLayoutId id="2147484370" r:id="rId7"/>
    <p:sldLayoutId id="2147484371" r:id="rId8"/>
    <p:sldLayoutId id="2147484372" r:id="rId9"/>
    <p:sldLayoutId id="2147484373" r:id="rId10"/>
    <p:sldLayoutId id="2147484374" r:id="rId11"/>
  </p:sldLayoutIdLst>
  <p:transition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+mj-lt"/>
          <a:ea typeface="+mj-ea"/>
          <a:cs typeface="+mj-cs"/>
          <a:sym typeface="Gill San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760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marL="1204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marL="1649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marL="20939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marL="2538413" indent="-493713" algn="l" rtl="0" eaLnBrk="0" fontAlgn="base" hangingPunct="0">
        <a:spcBef>
          <a:spcPts val="3800"/>
        </a:spcBef>
        <a:spcAft>
          <a:spcPct val="0"/>
        </a:spcAft>
        <a:buSzPct val="171000"/>
        <a:buFont typeface="Gill Sans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marL="29956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34528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39100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4367213" indent="-493713" algn="l" rtl="0" eaLnBrk="1" fontAlgn="base" hangingPunct="1">
        <a:spcBef>
          <a:spcPts val="3800"/>
        </a:spcBef>
        <a:spcAft>
          <a:spcPct val="0"/>
        </a:spcAft>
        <a:buSzPct val="171000"/>
        <a:buFont typeface="Gill Sans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160463" y="-1160463"/>
            <a:ext cx="2330451" cy="2330451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9713" y="30163"/>
            <a:ext cx="2420937" cy="242093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260098" y="1500554"/>
            <a:ext cx="1601020" cy="1568176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439863" y="0"/>
            <a:ext cx="11564937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625600"/>
          </a:xfrm>
          <a:prstGeom prst="rect">
            <a:avLst/>
          </a:prstGeom>
        </p:spPr>
        <p:txBody>
          <a:bodyPr lIns="130046" tIns="65023" rIns="130046" bIns="65023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345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2041525" y="2058988"/>
            <a:ext cx="10664825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094288" y="8967788"/>
            <a:ext cx="3033712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>
              <a:defRPr/>
            </a:pPr>
            <a:fld id="{DF934E36-D68C-41C0-B698-58393200FF86}" type="datetimeFigureOut">
              <a:rPr lang="en-US"/>
              <a:pPr>
                <a:defRPr/>
              </a:pPr>
              <a:t>12/21/2025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8128000" y="8967788"/>
            <a:ext cx="4117975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eaLnBrk="1" latinLnBrk="0" hangingPunct="1">
              <a:defRPr kumimoji="0" sz="1700">
                <a:solidFill>
                  <a:schemeClr val="bg2">
                    <a:shade val="5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2250738" y="8967788"/>
            <a:ext cx="649287" cy="677862"/>
          </a:xfrm>
          <a:prstGeom prst="rect">
            <a:avLst/>
          </a:prstGeom>
        </p:spPr>
        <p:txBody>
          <a:bodyPr lIns="130046" tIns="65023" rIns="130046" bIns="65023" anchor="b"/>
          <a:lstStyle>
            <a:lvl1pPr algn="ctr" eaLnBrk="1" latinLnBrk="0" hangingPunct="1">
              <a:defRPr kumimoji="0" sz="17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0AF91225-6B8A-4A10-AFA6-F845D109664A}" type="slidenum">
              <a:rPr lang="en-US"/>
              <a:pPr>
                <a:defRPr/>
              </a:pPr>
              <a:t>‹#›</a:t>
            </a:fld>
            <a:endParaRPr lang="en-US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443038" y="0"/>
            <a:ext cx="104775" cy="97536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046" tIns="65023" rIns="130046" bIns="65023"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5" r:id="rId1"/>
    <p:sldLayoutId id="2147484376" r:id="rId2"/>
    <p:sldLayoutId id="2147484377" r:id="rId3"/>
    <p:sldLayoutId id="2147484378" r:id="rId4"/>
    <p:sldLayoutId id="2147484379" r:id="rId5"/>
    <p:sldLayoutId id="2147484380" r:id="rId6"/>
    <p:sldLayoutId id="2147484381" r:id="rId7"/>
    <p:sldLayoutId id="2147484382" r:id="rId8"/>
    <p:sldLayoutId id="2147484383" r:id="rId9"/>
    <p:sldLayoutId id="2147484384" r:id="rId10"/>
    <p:sldLayoutId id="2147484385" r:id="rId1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61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1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519113" indent="-401638" algn="l" rtl="0" fontAlgn="base">
        <a:spcBef>
          <a:spcPts val="8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909638" indent="-336550" algn="l" rtl="0" fontAlgn="base">
        <a:spcBef>
          <a:spcPts val="788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475" indent="-3238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560513" indent="-246063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263" indent="-2587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5758" indent="-260092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4864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2730965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030071" indent="-260092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en/guide/routing.html" TargetMode="External"/><Relationship Id="rId2" Type="http://schemas.openxmlformats.org/officeDocument/2006/relationships/hyperlink" Target="https://nodejs.org/en/docs/" TargetMode="External"/><Relationship Id="rId1" Type="http://schemas.openxmlformats.org/officeDocument/2006/relationships/slideLayout" Target="../slideLayouts/slideLayout156.xml"/><Relationship Id="rId6" Type="http://schemas.openxmlformats.org/officeDocument/2006/relationships/hyperlink" Target="https://ejs.co/" TargetMode="External"/><Relationship Id="rId5" Type="http://schemas.openxmlformats.org/officeDocument/2006/relationships/hyperlink" Target="https://www.mongodb.com/docs/manual/" TargetMode="External"/><Relationship Id="rId4" Type="http://schemas.openxmlformats.org/officeDocument/2006/relationships/hyperlink" Target="https://mongoosejs.com/docs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3"/>
          <a:srcRect t="18021" b="16660"/>
          <a:stretch>
            <a:fillRect/>
          </a:stretch>
        </p:blipFill>
        <p:spPr bwMode="auto">
          <a:xfrm>
            <a:off x="4273550" y="304800"/>
            <a:ext cx="5048250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 noChangeArrowheads="1"/>
          </p:cNvSpPr>
          <p:nvPr/>
        </p:nvSpPr>
        <p:spPr bwMode="auto">
          <a:xfrm>
            <a:off x="1676400" y="2270125"/>
            <a:ext cx="10693400" cy="1143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+mj-lt"/>
                <a:ea typeface="+mj-ea"/>
                <a:cs typeface="+mj-cs"/>
                <a:sym typeface="Gill San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8400">
                <a:solidFill>
                  <a:schemeClr val="tx1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>
              <a:defRPr/>
            </a:pPr>
            <a:br>
              <a:rPr lang="en-US" altLang="en-US" sz="42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2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Science &amp; Technology</a:t>
            </a:r>
          </a:p>
          <a:p>
            <a:pPr>
              <a:defRPr/>
            </a:pPr>
            <a:r>
              <a:rPr lang="en-US" altLang="en-US" sz="4200" b="1" kern="0" dirty="0">
                <a:solidFill>
                  <a:schemeClr val="accent5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Jagran School of Computer Applications</a:t>
            </a:r>
            <a:br>
              <a:rPr lang="en-US" altLang="en-US" sz="4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2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</a:t>
            </a:r>
            <a:br>
              <a:rPr lang="en-US" altLang="en-US" sz="4200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200" b="1" kern="0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9" name="TextBox 10"/>
          <p:cNvSpPr txBox="1">
            <a:spLocks noChangeArrowheads="1"/>
          </p:cNvSpPr>
          <p:nvPr/>
        </p:nvSpPr>
        <p:spPr bwMode="auto">
          <a:xfrm>
            <a:off x="3897260" y="3697288"/>
            <a:ext cx="5415073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Presentation</a:t>
            </a:r>
          </a:p>
        </p:txBody>
      </p:sp>
      <p:sp>
        <p:nvSpPr>
          <p:cNvPr id="26630" name="TextBox 11"/>
          <p:cNvSpPr txBox="1">
            <a:spLocks noChangeArrowheads="1"/>
          </p:cNvSpPr>
          <p:nvPr/>
        </p:nvSpPr>
        <p:spPr bwMode="auto">
          <a:xfrm>
            <a:off x="5274305" y="4495800"/>
            <a:ext cx="2659702" cy="834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JLU ORBIT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31" name="TextBox 12"/>
          <p:cNvSpPr txBox="1">
            <a:spLocks noChangeArrowheads="1"/>
          </p:cNvSpPr>
          <p:nvPr/>
        </p:nvSpPr>
        <p:spPr bwMode="auto">
          <a:xfrm>
            <a:off x="1397000" y="6641878"/>
            <a:ext cx="6096000" cy="289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 SUPERVISION OF :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Dr. Dileep Kumar Singh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Professor &amp; Head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JSCA, JLU Bhopal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6632" name="TextBox 13"/>
          <p:cNvSpPr txBox="1">
            <a:spLocks noChangeArrowheads="1"/>
          </p:cNvSpPr>
          <p:nvPr/>
        </p:nvSpPr>
        <p:spPr bwMode="auto">
          <a:xfrm>
            <a:off x="7023100" y="6641878"/>
            <a:ext cx="6062878" cy="2784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BY :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Mradul</a:t>
            </a: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Yadav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(2023BCAH031)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Naman Sah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(2023BCAH034)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Samuel Dennis David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(2023BCAH046)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Outline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041525" y="2058987"/>
            <a:ext cx="10664825" cy="730408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Need of Your Project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&amp; Role of Team Members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your Project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System/User requirements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 </a:t>
            </a:r>
          </a:p>
          <a:p>
            <a:pPr marL="117475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 of the system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20847-0DEC-4B56-AF04-E1606A8495B6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257DC-E032-285C-D498-3CAE8ED4726A}"/>
              </a:ext>
            </a:extLst>
          </p:cNvPr>
          <p:cNvSpPr txBox="1"/>
          <p:nvPr/>
        </p:nvSpPr>
        <p:spPr>
          <a:xfrm>
            <a:off x="2660651" y="5950803"/>
            <a:ext cx="83026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0"/>
              </a:rPr>
              <a:t>- Data Flow Diagram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0"/>
              </a:rPr>
              <a:t>- Schema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Introduction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the need for efficient internal communication.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digital ecosystem for JSCA         department.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Facilitates structured content publishing.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Empowers faculty to share academic resources.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active student-faculty engagement.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DF365F-2B4E-4D13-91A1-3D0777D92EAD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Importance &amp; Need of Your Project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silos across WhatsApp, Instagram, Notice Boards.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persistence: data becomes difficult to retrieve later.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miss time-sensitive messages in cluttered feeds.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central, reliable, and easily accessible system.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B236B-D843-460E-9B08-27A6C6C7AE32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0F8B-615F-71AB-1235-E49DF0C5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685800"/>
            <a:ext cx="10664825" cy="1625600"/>
          </a:xfrm>
        </p:spPr>
        <p:txBody>
          <a:bodyPr>
            <a:normAutofit fontScale="90000"/>
          </a:bodyPr>
          <a:lstStyle/>
          <a:p>
            <a:r>
              <a:rPr lang="en-US" sz="6600" dirty="0"/>
              <a:t>Contribution &amp; Role of Team Members</a:t>
            </a:r>
            <a:br>
              <a:rPr lang="en-US" sz="6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D3EE-D56E-D549-5781-30AB4549F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525" y="2971800"/>
            <a:ext cx="10664825" cy="591502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Naman Sah (Backend – Integration and Deployment)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Samuel D. David (Frontend – Development, Designing and Testing)</a:t>
            </a:r>
          </a:p>
          <a:p>
            <a:pPr algn="just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Mradul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Yadav (Backend – API Routing and Database Connectivity)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13B3B-9D4C-10FB-8FF0-CD7A69D4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7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Features of your Project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JWT-based secure authentication.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Rich-text posts with media upload support.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Persistent and searchable digital archive.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user interface built with window DOM loading.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DE0DCC-54CC-417F-8E5E-3E4F6E53ECD7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Tools and Technologies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 Node.js &amp; Express.js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 MongoDB (NoSQL, Mongoose ODM)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 HTML5, CSS3, Vanila JS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Authentication: JSON Web Tokens (JWT)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Handling:Multer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A9E228-5CF4-42CA-9F4C-53491775298C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System/User requirements 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Browser: Chrome, Firefox, Edge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with Node.js and MongoDB installed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Credentials required for content upload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E14003-694B-4BDF-99E7-63791028A110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Diagrams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 Chart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User Schema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Profile Schema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Post Schema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 Group Schema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5. Notification Schema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6. Research Schema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FA64B-E05D-487D-A0AE-1EC1FA0F8AE9}" type="slidenum">
              <a:rPr lang="en-US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E6F1-831B-5E6C-2640-F01A1BB90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5879A-1B25-7096-7DD6-EBCC35D7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ABBBF32-72F2-BA35-1D65-C67EDFDB2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1524" y="2629331"/>
            <a:ext cx="10664826" cy="449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9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8C02-4634-68C9-F672-BB5F25E8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452E-0B69-A75A-E756-DDE39FC1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7E075-50DF-82EE-0743-0EF31F54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126CA87-1A49-5CC3-CC7E-FE7EFB67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Schema 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C64551-03CD-7BAB-7E6B-39B5EB6B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3131500"/>
            <a:ext cx="4644410" cy="623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1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F7474-3809-2910-024A-29BA7789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2196-93BB-0C4E-4934-66B737E9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EFFF-E3B7-C0A7-6F70-3B7CAA21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87619D-D36A-2F56-24F6-66860D6FA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Profile Schema 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B024A-503D-D8BD-2828-90A95768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3085647"/>
            <a:ext cx="6092797" cy="62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0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1070-A97D-A952-0B14-1F905F73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C52E-BD0C-1CF8-F5EE-F16D53C4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BC9AF-D96E-E9E1-FDC5-37F60C0E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21571ED-FA8F-8111-135E-FE6606F64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Post Schema 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9A437-39DB-E5DC-59F3-D1248B723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2932950"/>
            <a:ext cx="4213796" cy="628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4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EBA6-16E3-263C-C45E-EBBDAA28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66F19-250D-4EF7-886F-0637D19D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6E5D5-C9EA-01D7-19C4-3C13C4786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C8308D-1891-C6A3-B22B-00ED42EC9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Group Schema 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E5D82-AA71-386D-C756-8963E4B0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3100138"/>
            <a:ext cx="5921204" cy="627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2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F9B1-5B43-3363-D4B0-1B48022C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DBD7-C8EA-E138-102A-49AA72B4E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33BF-46CC-886A-643F-C3C4DE59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3D45FE-2D1F-20AE-7A1E-E2CAA1545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Notification Schema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C0D22-373F-A870-0D1C-47B54F03B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99" y="3057143"/>
            <a:ext cx="6487293" cy="591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F661-5522-6A39-6877-40497633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A342-71D4-4CC6-2718-1015B6CE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525" y="390525"/>
            <a:ext cx="10664825" cy="1057275"/>
          </a:xfrm>
        </p:spPr>
        <p:txBody>
          <a:bodyPr>
            <a:normAutofit fontScale="90000"/>
          </a:bodyPr>
          <a:lstStyle/>
          <a:p>
            <a:r>
              <a:rPr lang="en-US" dirty="0"/>
              <a:t>Schema Chart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618C9-4B1E-0A81-B9FE-EC6554F0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880989-1439-849F-0B0A-32A12704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7475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Research Schema </a:t>
            </a:r>
          </a:p>
          <a:p>
            <a:pPr marL="1031875" indent="-914400">
              <a:buAutoNum type="arabicPeriod"/>
            </a:pPr>
            <a:endParaRPr lang="en-US" dirty="0"/>
          </a:p>
          <a:p>
            <a:pPr marL="117475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3748A-0D30-7DDC-D3C5-2E3CE8F2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2971800"/>
            <a:ext cx="6242658" cy="599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51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Snapshots of system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Singup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Page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Dashboard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Post Interface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Interface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Tab Interface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Tab Interface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Page Interface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Page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FBB2D-B164-4589-9E72-AA90F3FF5095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4EA6-FB87-0D6D-CBC0-49616F62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Login/Signup Page</a:t>
            </a:r>
            <a:br>
              <a:rPr lang="en-US" dirty="0"/>
            </a:b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33298-36CC-2C01-B278-F8235E6B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6FD9E8-0C80-4830-885A-F2D3695FD3E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58991C6-2570-7F05-4053-6C88AB20B6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525" y="3900127"/>
            <a:ext cx="5202238" cy="3166197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4AE9158-5D16-0942-9DCF-58BB9901B2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113" y="3910874"/>
            <a:ext cx="5202237" cy="3144703"/>
          </a:xfrm>
        </p:spPr>
      </p:pic>
    </p:spTree>
    <p:extLst>
      <p:ext uri="{BB962C8B-B14F-4D97-AF65-F5344CB8AC3E}">
        <p14:creationId xmlns:p14="http://schemas.microsoft.com/office/powerpoint/2010/main" val="1654932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CEB9-3C85-3148-CA5E-EC9183D2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A118D-38EC-AFF4-C6E8-867BB05A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Loading Page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AA101-29A8-9D88-1321-E97D15547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6FD9E8-0C80-4830-885A-F2D3695FD3E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ADB3ED-5025-3A3B-BBEA-6AA3FE6E84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661093" y="2514600"/>
            <a:ext cx="11044597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214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4068-9A71-289F-8F80-FAC30EBD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Home Dashboard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BC92-08C0-E303-3F42-2D36AC5B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BCB15F-1C2E-D6D6-1EE6-245882407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2438400"/>
            <a:ext cx="10664825" cy="518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03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49C1B-3010-6F81-6DA5-E973FDFB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Post Interface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25135-3F6A-CD15-967E-9E002F10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221726-BA59-90F0-D32D-B183759DB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978400" y="1676400"/>
            <a:ext cx="4642532" cy="7566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6979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3E00-C697-219C-8A41-2830BD58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2E65F-AF18-4CA5-F9C7-77791C6F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Profile Interface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851A4-F56D-1073-D165-51EF005E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C6135B-5B31-6BD9-DAAA-9223D2BE1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594" y="2667000"/>
            <a:ext cx="10887207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31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04CB-09E5-92F0-4D4E-1DBA879B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4C37-803A-6C53-D331-40CFB11CB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Groups Tab Interface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2C529-1069-1003-40CD-087C0B47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DF5BD4-0282-7213-24BC-CA6A585B0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41525" y="3782141"/>
            <a:ext cx="10664825" cy="3381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7439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E0094-A9C0-9209-5674-81E33AFC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BE6A-78FF-BAFE-EA40-9672F80B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Research Tab Interface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019C1-0032-8178-DD05-32B6633B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E61487-CE58-FB77-46EA-296415869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60779" y="2058988"/>
            <a:ext cx="9426317" cy="682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5210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132A-0278-0ECE-B64A-ACC16888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42138-C4AA-CFCC-5FAB-86D3D270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Search Page Interface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3DDBE-47C6-525A-1ACF-B4FB4186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90732C-3F21-206B-63D3-0BB7353AA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21408" y="3581400"/>
            <a:ext cx="11249588" cy="377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9569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17EA2-33DE-9526-28E2-BCFE348E4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2E2A8-4D61-1954-6DB3-AD070391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Developer Page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C48D1-DB0F-36F2-4F83-CD903C4E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2A515E-3E39-4365-9B98-DF966120782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38633A1-B010-4144-4A0B-2CAC77F63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540000" y="1447800"/>
            <a:ext cx="9284081" cy="791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8554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Conclusion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communication system for JSCA department.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reliance on informal and fragmented channels.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persistence and reliable information access.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academic coordination and transparency.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ACB2A-1AEB-4C99-B4C0-C947DA6ACC4E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Future Work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30046" tIns="65023" rIns="130046" bIns="65023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Control for students/faculty.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search and filtering options.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Analytics dashboard for engagement insights.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Chat options in Groups Section.</a:t>
            </a:r>
          </a:p>
          <a:p>
            <a:pPr algn="just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FE1FDE-521C-4F4C-A81B-BF483B82FC14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72755F-5E41-4CB4-A806-825AD38A65F3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562538B-E2EC-BB35-B4C9-F9B9AEF4A6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4348" y="2016125"/>
            <a:ext cx="113256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Documentation: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https://nodejs.org/en/docs/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Express.js Routing Guide: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https://expressjs.com/en/guide/routing.html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Mongoose ODM Docs: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https://mongoosejs.com/docs/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 Manual: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https://www.mongodb.com/docs/manual/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EJS Templating: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https://ejs.co/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A72D-1495-4B83-E8E8-07A179DC8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6850" y="3429000"/>
            <a:ext cx="10533888" cy="209377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5A4B-A502-624A-8229-FD18E6A0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764944-C5B7-48D6-B1ED-F475B7EAACE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48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_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_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_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_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_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8903</TotalTime>
  <Pages>0</Pages>
  <Words>645</Words>
  <Characters>0</Characters>
  <Application>Microsoft Office PowerPoint</Application>
  <PresentationFormat>Custom</PresentationFormat>
  <Lines>0</Lines>
  <Paragraphs>160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30</vt:i4>
      </vt:variant>
    </vt:vector>
  </HeadingPairs>
  <TitlesOfParts>
    <vt:vector size="51" baseType="lpstr">
      <vt:lpstr>Calibri</vt:lpstr>
      <vt:lpstr>Gill Sans</vt:lpstr>
      <vt:lpstr>Gill Sans MT</vt:lpstr>
      <vt:lpstr>Times New Roman</vt:lpstr>
      <vt:lpstr>Verdana</vt:lpstr>
      <vt:lpstr>Wingdings 2</vt:lpstr>
      <vt:lpstr>Title &amp; Subtitle</vt:lpstr>
      <vt:lpstr>1_Title &amp; Bullets</vt:lpstr>
      <vt:lpstr>1_Blank</vt:lpstr>
      <vt:lpstr>1_Bullets</vt:lpstr>
      <vt:lpstr>1_Photo - Horizontal</vt:lpstr>
      <vt:lpstr>1_Photo - Horizontal Reflection</vt:lpstr>
      <vt:lpstr>1_Photo - Vertical</vt:lpstr>
      <vt:lpstr>1_Photo - Vertical Reflection</vt:lpstr>
      <vt:lpstr>1_Title - Top</vt:lpstr>
      <vt:lpstr>1_Title - Center</vt:lpstr>
      <vt:lpstr>1_Title &amp; Bullets - Left</vt:lpstr>
      <vt:lpstr>1_Title &amp; Bullets - 2 Column</vt:lpstr>
      <vt:lpstr>1_Title &amp; Bullets - Right</vt:lpstr>
      <vt:lpstr>1_Title, Bullets &amp; Photo</vt:lpstr>
      <vt:lpstr>Solstice</vt:lpstr>
      <vt:lpstr>PowerPoint Presentation</vt:lpstr>
      <vt:lpstr>Outline</vt:lpstr>
      <vt:lpstr>Introduction</vt:lpstr>
      <vt:lpstr>Importance &amp; Need of Your Project </vt:lpstr>
      <vt:lpstr>Contribution &amp; Role of Team Members </vt:lpstr>
      <vt:lpstr>Features of your Project</vt:lpstr>
      <vt:lpstr>Tools and Technologies</vt:lpstr>
      <vt:lpstr>System/User requirements </vt:lpstr>
      <vt:lpstr>Diagrams</vt:lpstr>
      <vt:lpstr>Data Flow Diagram </vt:lpstr>
      <vt:lpstr>Schema Chart</vt:lpstr>
      <vt:lpstr>Schema Chart</vt:lpstr>
      <vt:lpstr>Schema Chart</vt:lpstr>
      <vt:lpstr>Schema Chart</vt:lpstr>
      <vt:lpstr>Schema Chart</vt:lpstr>
      <vt:lpstr>Schema Chart</vt:lpstr>
      <vt:lpstr>Snapshots of system</vt:lpstr>
      <vt:lpstr>Login/Signup Page </vt:lpstr>
      <vt:lpstr>Loading Page</vt:lpstr>
      <vt:lpstr>Home Dashboard </vt:lpstr>
      <vt:lpstr>Create Post Interface </vt:lpstr>
      <vt:lpstr>Profile Interface</vt:lpstr>
      <vt:lpstr>Groups Tab Interface </vt:lpstr>
      <vt:lpstr>Research Tab Interface </vt:lpstr>
      <vt:lpstr>Search Page Interface </vt:lpstr>
      <vt:lpstr>Developer Page 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Nafy</dc:creator>
  <cp:lastModifiedBy>Naman Hani</cp:lastModifiedBy>
  <cp:revision>1074</cp:revision>
  <dcterms:modified xsi:type="dcterms:W3CDTF">2025-12-21T18:27:56Z</dcterms:modified>
</cp:coreProperties>
</file>